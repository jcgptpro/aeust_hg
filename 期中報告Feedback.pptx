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82" r:id="rId2"/>
    <p:sldId id="283" r:id="rId3"/>
    <p:sldId id="274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766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第一節課</a:t>
            </a:r>
            <a:r>
              <a:rPr lang="en-US" altLang="zh-TW" dirty="0"/>
              <a:t>:</a:t>
            </a:r>
            <a:r>
              <a:rPr lang="zh-TW" altLang="en-US" dirty="0"/>
              <a:t> 導入 </a:t>
            </a:r>
            <a:r>
              <a:rPr lang="en-US" altLang="zh-TW" dirty="0"/>
              <a:t>(10</a:t>
            </a:r>
            <a:r>
              <a:rPr lang="zh-TW" altLang="en-US" dirty="0"/>
              <a:t>分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>
                <a:sym typeface="Wingdings" panose="05000000000000000000" pitchFamily="2" charset="2"/>
              </a:rPr>
              <a:t>討論 </a:t>
            </a:r>
            <a:r>
              <a:rPr lang="en-US" altLang="zh-TW" dirty="0">
                <a:sym typeface="Wingdings" panose="05000000000000000000" pitchFamily="2" charset="2"/>
              </a:rPr>
              <a:t>(10</a:t>
            </a:r>
            <a:r>
              <a:rPr lang="zh-TW" altLang="en-US" dirty="0">
                <a:sym typeface="Wingdings" panose="05000000000000000000" pitchFamily="2" charset="2"/>
              </a:rPr>
              <a:t>分</a:t>
            </a:r>
            <a:r>
              <a:rPr lang="en-US" altLang="zh-TW" dirty="0">
                <a:sym typeface="Wingdings" panose="05000000000000000000" pitchFamily="2" charset="2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7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93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Vm5RZ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85750" y="326293"/>
            <a:ext cx="4391732" cy="397545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r>
              <a:rPr lang="zh-TW" altLang="en-US" sz="2025" b="1" dirty="0">
                <a:solidFill>
                  <a:srgbClr val="2C3E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" pitchFamily="34" charset="-120"/>
              </a:rPr>
              <a:t>期中報告</a:t>
            </a:r>
            <a:r>
              <a:rPr lang="en-US" altLang="zh-TW" sz="2025" b="1" dirty="0">
                <a:solidFill>
                  <a:srgbClr val="2C3E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" pitchFamily="34" charset="-120"/>
              </a:rPr>
              <a:t>Feedback</a:t>
            </a:r>
            <a:endParaRPr lang="en-US" altLang="zh-TW" sz="2025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00530" y="1219201"/>
            <a:ext cx="6429325" cy="2380033"/>
          </a:xfrm>
          <a:prstGeom prst="rect">
            <a:avLst/>
          </a:prstGeom>
          <a:solidFill>
            <a:srgbClr val="E8F4FC"/>
          </a:solidFill>
          <a:ln/>
        </p:spPr>
        <p:txBody>
          <a:bodyPr/>
          <a:lstStyle/>
          <a:p>
            <a:pPr marL="342900" indent="-342900"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清理的細節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清理完資料是否合理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342900" indent="-342900">
              <a:buFontTx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分群的細節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Ex.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高、低分別是幾分</a:t>
            </a:r>
          </a:p>
          <a:p>
            <a:pPr marL="342900" indent="-342900">
              <a:buFontTx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分群是否合理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Ex.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分群客戶數只有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</a:p>
          <a:p>
            <a:pPr marL="342900" indent="-342900">
              <a:buFontTx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從分析圖中看到了什麼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342900" indent="-342900">
              <a:buFontTx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分析圖是否清楚呈現分析目的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342900" indent="-342900">
              <a:buFontTx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分析的結果是否符合常理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Ex.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流失客為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、澎湖客單價最高</a:t>
            </a:r>
          </a:p>
          <a:p>
            <a:pPr marL="342900" indent="-342900">
              <a:buFontTx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分析如何對應行銷策略，是否有情境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搭配背景目的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342900" indent="-342900">
              <a:buAutoNum type="arabicPeriod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97590" y="1032389"/>
            <a:ext cx="45719" cy="2753655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310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119084B-7C3C-3B28-198F-2095B2F3E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46" y="785563"/>
            <a:ext cx="8830907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2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字方塊 70"/>
          <p:cNvSpPr txBox="1"/>
          <p:nvPr/>
        </p:nvSpPr>
        <p:spPr>
          <a:xfrm>
            <a:off x="3017358" y="1160450"/>
            <a:ext cx="2525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3"/>
              </a:rPr>
              <a:t>https://reurl.cc/Vm5RZ5</a:t>
            </a:r>
            <a:endParaRPr lang="zh-TW" altLang="en-US" dirty="0"/>
          </a:p>
        </p:txBody>
      </p:sp>
      <p:pic>
        <p:nvPicPr>
          <p:cNvPr id="75" name="圖片 74" descr="一張含有 樣式, 正方形, 像素, 設計 的圖片&#10;&#10;AI 產生的內容可能不正確。">
            <a:extLst>
              <a:ext uri="{FF2B5EF4-FFF2-40B4-BE49-F238E27FC236}">
                <a16:creationId xmlns:a16="http://schemas.microsoft.com/office/drawing/2014/main" id="{ED2F8422-6A5D-4DD7-7E4E-51DD73229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290" y="1685925"/>
            <a:ext cx="2381250" cy="2381250"/>
          </a:xfrm>
          <a:prstGeom prst="rect">
            <a:avLst/>
          </a:prstGeom>
        </p:spPr>
      </p:pic>
      <p:sp>
        <p:nvSpPr>
          <p:cNvPr id="76" name="Text 0">
            <a:extLst>
              <a:ext uri="{FF2B5EF4-FFF2-40B4-BE49-F238E27FC236}">
                <a16:creationId xmlns:a16="http://schemas.microsoft.com/office/drawing/2014/main" id="{603CDE6E-47A4-7497-0603-EF8190DDF645}"/>
              </a:ext>
            </a:extLst>
          </p:cNvPr>
          <p:cNvSpPr/>
          <p:nvPr/>
        </p:nvSpPr>
        <p:spPr>
          <a:xfrm>
            <a:off x="285750" y="326293"/>
            <a:ext cx="4391732" cy="397545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r>
              <a:rPr lang="zh-TW" altLang="en-US" sz="2025" b="1" dirty="0">
                <a:solidFill>
                  <a:srgbClr val="2C3E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" pitchFamily="34" charset="-120"/>
              </a:rPr>
              <a:t>期末資料下載</a:t>
            </a:r>
            <a:endParaRPr lang="en-US" altLang="zh-TW" sz="2025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9966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114</Words>
  <Application>Microsoft Office PowerPoint</Application>
  <PresentationFormat>如螢幕大小 (16:9)</PresentationFormat>
  <Paragraphs>13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微軟正黑體</vt:lpstr>
      <vt:lpstr>Arial</vt:lpstr>
      <vt:lpstr>Wingdings</vt:lpstr>
      <vt:lpstr>Office Theme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Wang, JC 王嘉群 (766)</cp:lastModifiedBy>
  <cp:revision>25</cp:revision>
  <dcterms:created xsi:type="dcterms:W3CDTF">2025-08-25T06:59:56Z</dcterms:created>
  <dcterms:modified xsi:type="dcterms:W3CDTF">2025-11-11T10:36:57Z</dcterms:modified>
</cp:coreProperties>
</file>